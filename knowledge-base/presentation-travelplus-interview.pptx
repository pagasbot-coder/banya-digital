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One-stop: косметика, тапочки,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Контур производства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Своё производство и сборка; закупки и производство в Китае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Фокус роли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Ассортимент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Новинки и позиция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Продукт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Доказательства до выхода на витрину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Связка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Конкуренты на полке: ЕТС Natural, MEZO, Natura Siberica.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(Natura Siberica — чужой премиум в каталоге Travel+)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силён в массовом и среднем сегменте.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Слабое место: своей линейки Natural с документами нет.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Ориентир цен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Hotel Line — ориентир 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— ориентир 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 Siberica — ориентир 30–40 ₽ и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Ставка Natural: между Hotel Line и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Натуральность, пакет документов, один поставщик на номер.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Карта портфеля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Hotel Line — цена и базовый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Fleur / Aquatique / La Nuit — 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 — натуральность и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 Siberica — чужой премиум в каталоге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СТМ с логотипом отеля — отдельный проект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Мостик для продаж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Fleur закрывает дизайн и аромат в номере.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Natural — запрос на натуральность и полный пакет документов.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 и Natural не конкурируют — разные задачи.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 одном объекте: стандартные номера — Hotel Line или Fleur; wellness-корпус или этаж с eco-запросом — Natural.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Для отеля, которому важен комфорт гостя и спокойная проверка документов.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Доказательства: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Состав в согласованных границах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Пакет документов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Ощущение в номере после использования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Один поставщик на весь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Блок «простыми словами» на этикетке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Герой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Закупщик отеля с запросом eco / wellness: выглядеть «зеленее» без дыры в бюджете и в бумагах.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Проводник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своя линейка, документы и one-stop на номер.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План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Согласовать сегмент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Образец с этикеткой и пакетом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Пилот на этаже или в корпусе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Гость после дороги: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Ощущение мягче, чем ожидал.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Понятная натуральность — без громких обещаний на этикетке.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Готовность продукта перед рынком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Чеклист: без этого — не в продажи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Метод расчёта и доля натуральных ингредиентов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Пакет документов как у Hotel Line и Fleur + лист состава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Происхождение (origin) зафиксировано письменно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Слепой тест запаха и ощущения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Этикетка с блоком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Себестоимость и коридор цены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Срок поставки, минимальный заказ, правила брака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читать список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Каждый пункт — обязательное условие.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Пока хотя бы один не закрыт — коммерческое предложение и выход на витрину стоп.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 старте без знака COSMOS, если его нет — говорим честно.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Этапы 3–6 в пульте — учебный сценарий,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а не отчёт завода и не основание для КП.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60273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 закупщика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 хочет выглядеть экологичнее — без риска для гостя и без пробелов в документах при проверке.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Что предлагаем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пакет документов как у Hotel Line и Fleur: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декларация или СГР, INCI, протоколы по запросу.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Состав с блоком «простыми словами». Один договор на весь номер.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Три шага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Сегмент eco / wellness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Образец с этикеткой и документами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Пилот на этаже или в корпусе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468112"/>
            <a:ext cx="10582351" cy="5029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происхождение, цена Hotel Line) — только в блоке возражений.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 и ответы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 в тендере обязателен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Natural в это коммерческое предложение не ставим. Предлагаем Hotel Line или отказ.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«Natural по цене Hotel Line»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Нет. Другая себестоимость и другая позиция на полке.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 / логотип отеля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проект. Не маскируем под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«Где произведено?»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зафиксированное происхождение. Без догадок и «скорее всего».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Реестр рисков — один лист в пульте (14 пунктов).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не размываем: Natural не уходит в эконом-запрос.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продаём Natural вместо Hotel Line по цене базовой линейки.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 (учебный порог)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Три пилотных клиента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Повторный заказ минимум у двух из трёх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Мягкость и ощущение натуральности — не ниже 70% в опросе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•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Повторный заказ меньше чем у двух из трёх — или метрики ниже 60%.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Останавливаем масштабирование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Диагноз бренд-менеджера — в течение двух недель.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Второй пилотный круг снова провален.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Закрываем линейку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Пороги — для учебного сценария в пульте, не KPI завода.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 и 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Прайс утверждаем только после себестоимости на складе в Киришах.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Ориентир по полке: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выше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рядом с 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ниже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воюем копейкой с ЕТС.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Выигрываем пакетом документов и ощущением в номере.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Если поставка из Китая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Сравниваем заводы в цене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Логистику до Кириши считаем отдельной строкой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Полная цена = FOB + фрахт + таможня + довоз +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 пилота — дата «на складе»,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а не формулировка «завод отгрузил».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Происхождение не зафиксировано — не называем «российское».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Что уже есть в пульте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Содержание пульта v1.14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0–2: разведка, правила, границы продукта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3–6: учебный сценарий «как вести дело»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StoryBrand, чеклист готовности, реестр рисков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Правила пилота: успех, провал,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Мостик портфеля Travel+ (Hotel Line, Fleur, Natural, СТМ)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Статус: образец для поля и собеседования. Не коммерческое предложение.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Справочники и логистика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Глоссарий бренда и глоссарий ВЭД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Раздел L: путь товара, Incoterms, RFQ, приёмка 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Волна A: markdown-реестры в папке brand-pult/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Презентация и скрипт — синхрон с пультом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Версия 2.0 — когда технолог закроет цифры завода.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 и следующий шаг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Собрал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ДНК + StoryBrand + DoD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Полевая защита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Чеклист поставок при Китае (раздел 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Не прайс завода. Не КП.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обсудить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1) Приоритет блокеров этапа 2 с технологом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2) Пилотный сегмент eco / wellness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3) Как вести продажи, чтобы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Спасибо.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