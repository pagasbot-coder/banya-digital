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Павел Биджиев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C3A3F"/>
                </a:solidFill>
                <a:latin typeface="Calibri"/>
              </a:rPr>
              <a:t>Продакт / бренд-логика · физические товары · HoReCa amenities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C3A3F"/>
                </a:solidFill>
                <a:latin typeface="Calibri"/>
              </a:rPr>
              <a:t>Travel+ Natural: своя натуральная линейка — от рамки до пилота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C3A3F"/>
                </a:solidFill>
                <a:latin typeface="Calibri"/>
              </a:rPr>
              <a:t>Подготовка к вакансии · АК-Сервис / Travel+ · Кириши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C3A3F"/>
                </a:solidFill>
                <a:latin typeface="Calibri"/>
              </a:rPr>
              <a:t>Опора: пульт бренда v1.10 · StoryBrand · ДНК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Как понял роль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Travel+ — производство и one-stop для номера: косметика, тапочки, наборы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ассортимент и новинки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позиция линейки в доме брендов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продукт и доказательства до витрины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связка технолог → продажи → экономика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Не IT-roadmap. Товар от идеи до полки номера и маржи.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Дыра на витрине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Конкуренты: ЕТС Natural · MEZO · Natura Siberica (чужой premium в каталоге)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Travel+ силён в масс и среднем.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Слабое место: своя понятная Natural с документами.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Ориентир цен (витрина, не оферта):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Hotel Line ~12–15 ₽ · ЕТС Natural ~18 ₽ / 25 мл · NS выше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Дом линеек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Hotel Line → цена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Fleur / Aquatique / La Nuit → дизайн и аромат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Natural → натуральность + документы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Natura Siberica → чужой premium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СТМ → отдельный проект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Мостик: дизайн и аромат — Fleur; запрос на натуральность и бумаги — Natural.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Не конкурируют. Могут жить на разных этажах.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Обещание + StoryBrand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Обещание: мягкий уход с понятной натуральностью —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для отеля, которому важны и гость, и документы.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Герой: закупщик eco / wellness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Проводник: Travel+ Natural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План: сегмент → образец + документы → пилот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Доказательства: состав · пакет Travel+ · ощущение в номере · one-stop · «простыми словами»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Границы до рынка — DoD этапа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Пока не закрыто — витрину не открываем: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□ Метод + % натуральности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□ Пакет как на HL/Fleur + лист Natural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□ Origin зафиксирован (без выдуманного «RU»)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□ Слепой тест запаха с гостями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□ Этикетка «простыми словами»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□ COGS / коридор цены · Lead time / MOQ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На старте: без COSMOS, если знака нет — честно.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Питч закупщику (30 секунд)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«Вам нужно выглядеть зеленее — и спокойно пройти и гостя, и документы.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Travel+ Natural: пакет как на Hotel Line и Fleur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(декларация / СГР, INCI, протоколы по запросу),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прозрачный состав с „простыми словами“, один договор на номер.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Три шага: eco / wellness → образец → пилот.»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Отрицания (COSMOS, origin, цена HL) — только в возражениях.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Гостю: мягкий натуральный уход — не «без химии».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Поле: возражения и риски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COSMOS обязателен → Natural в это КП не ставим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«Natural по цене HL» → нет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СТМ / наш лого → отдельный проект, не Natural с другим лого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· «Где произведено?» → только зафиксированный origin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Сводный реестр рисков — один лист для продаж (в пульте).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Пилот: успех, провал, выход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Успех: 3 клиента · повтор ≥2/3 · мягкость и ощущение натуральности ≥70% · HL цел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Провал: повтор &lt;2/3 или метрики &lt;60% → стоп масштаб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Возврат: диагноз за 2 недели → сенсорика / бумаги / этикетка / коммерция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Второй круг снова провален → линейку закрываем (бренд + Human)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C3A3F"/>
                </a:solidFill>
                <a:latin typeface="Calibri"/>
              </a:rPr>
              <a:t>Все цифры сценария — учебный пример, не отчёт завода.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Поставки и экономика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Прайс — после COGS. Ориентир: выше HL, рядом с ЕТС, ниже 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Не война копейкой с ЕТС — пакет и ощущение натуральности.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Китай / свой завод / гибрид — открытый вопрос в DoD.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До фиксации origin не обещаем «российское производство».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A2E"/>
                </a:solidFill>
                <a:latin typeface="Calibri"/>
              </a:rPr>
              <a:t>Итог и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Собрал: ДНК + StoryBrand + DoD + полевая защита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Готов обсудить: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1) приоритет блокеров этапа 2 с технологом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2) пилотный сегмент eco / wellness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3) встраивание в продажи без каннибализации Hotel Line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v2.0 пульта — когда завод даст %, пакет и образец.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C3A3F"/>
                </a:solidFill>
                <a:latin typeface="Calibri"/>
              </a:rPr>
              <a:t>Спасибо.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A70"/>
                </a:solidFill>
                <a:latin typeface="Calibri"/>
              </a:rPr>
              <a:t>Travel+ Natural · пульт v1.10 · собес · не оферта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