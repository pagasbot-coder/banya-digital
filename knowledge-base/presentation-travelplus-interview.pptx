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Производство и one-stop на номер: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Косметика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Тапочки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IT-roadmap.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Ассортимент и новинки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Позиция линейки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Продукт и доказательства до витрины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Связка: 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Конкуренты на полке: ЕТС Natural, MEZO, Natura Siberica.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(Natura Siberica — чужой премиум в каталоге Travel+)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силён в массовом и среднем сегменте.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Слабое место: своей линейки Natural с документами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Ориентир цен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ориентир 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— ориентир 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ориентир 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Ставка Natural: между Hotel Line и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Натуральность, пакет документов, один поставщик на номер.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Карта портфеля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— 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/ Aquatique / La Nuit — 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 — 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СТМ с логотипом отеля — отдельный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Мостик для продаж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закрывает дизайн и аромат в номере.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— запрос на натуральность и полный пакет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и Natural не конкурируют — разные задачи.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одном объекте: стандартные номера — Hotel Line или Fleur; wellness-корпус или этаж с eco-запросом — Natural.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Для отеля, которому важен комфорт гостя и спокойная проверка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Доказательства: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Состав в согласованных границах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Пакет документов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Ощущение в номере после использования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Один поставщик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отеля с запросом eco / wellness: выглядеть «зеленее» без дыры в бюджете и в бумагах.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линейка, документы и one-stop на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Согласовать сегмент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пакетом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Гость после дороги: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Ощущение мягче, чем ожидал.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Понятная натуральность — без громких обещаний на этикетке.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Чеклист: без этого — не в 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расчёта и доля натуральных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документов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Происхождение (origin) зафиксировано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с блоком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 список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— обязательное условие.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Пока хотя бы один не закрыт — коммерческое предложение и выход на витрину стоп.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знака COSMOS, если его нет — говорим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 в пульте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отчёт завода и не основание для КП.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