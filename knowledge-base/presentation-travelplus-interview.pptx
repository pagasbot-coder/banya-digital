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One-stop: косметика, тапочки,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Контур производства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Своё производство и сборка; закупки и производство в Китае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Фокус роли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Ассортимент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Новинки и позиция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Продукт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Доказательства до выхода на витрину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Связка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Конкуренты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· MEZO · Natura Siberica (чужой премиум в каталоге)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Сила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Массовый и средний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Дыра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Своей Natural с документами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Ценовая лестка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Место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Между Hotel Line и Natura Siberica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Портфель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/ Aquatique / La Nuit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 под логотип отеля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не мешать линейки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дизайн и аромат 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запрос eco и пакет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Между собой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конкурируют — разные задачи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объекте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Стандартные номера — Hotel Line или Fleur; wellness-этаж — Natural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Суть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Для кого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Отель, которому важен комфорт гостя и спокойная проверка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Состав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Согласованные границы + блок «простыми словами» на этикетке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Пакет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Документы Travel+, one-stop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Ощущение после использования, не только надпись на флаконе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eco / wellness: выглядеть «зеленее» без дыры в бюджете и в бумагах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 и один договор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→ образец с документами → пилот на этаже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После дороги — мягче, чем ожидал; натуральность без громких обещаний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Натуральность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Метод расчёта и доля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Origin зафиксирован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Тест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Этикетка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Срок,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Правило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обязателен; пока не закрыт — в продажи и на витрину не выходим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говорим честно, не обещаем сертификат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163824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Предложение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Natural: пакет как у Hotel Line и Fleur (декларация, INCI, протоколы по запросу)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словами», один договор на весь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590288"/>
            <a:ext cx="10582351" cy="438912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КП не ставим.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Один лист в пульте — 14 пунктов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размываем: Natural не уходит в эконом-запрос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продаём Natural вместо Hotel Line по цене базовой линейки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Клиенты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Три пилотных объекта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Повтор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Заказ повторяют минимум два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Мягкость и ощущение натуральности — не ниже 70%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 у меньше двух из трёх — или метрики ниже 60%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Действие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Диагноз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Бренд-менеджер — в течение двух недель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Второй круг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Снова провал 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Прайс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после себестоимости на складе в Киришах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Выше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Рядом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Ниже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Стратегия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воюем копейкой с ЕТС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Выигрыш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документов и ощущение в номере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Логистику до Кириши —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Дата «на складе», не «завод отгрузил»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зафиксировано — не называем «российское»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Себестоимость: простыми словами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 склада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 завода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Сколько стоит товар у производителя до отправки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Море или самолёт, экспедитор, довоз до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Таможня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Пошлина, налог, услуги брокера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Резерв на брак, пересорт и скачок курса — не прибыль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Сложили строки = себестоимость единицы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Прайс для отеля считаю только от этой цифры.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 цены закупщику (ориентировочно)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14 ₽ за флакон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12–15 ₽ · ЕТС ~18 ₽ · Natura Siberica 30–40 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Наценка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Смотрю маржу Travel+ и коридор «между Hotel Line и Natura Siberica»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 закупщику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Ориентир ~22–26 ₽ — выше Hotel Line, рядом с ЕТС, ниже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Проверка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Если наценка не держится — меняю завод или не выхожу в прайс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Почему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Физический товар: своё производство, Китай, дыра Natural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Роль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 рамки линейки до пилота — продукт, цена, документы, 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Старт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Блокеры этапа 2 с технологом и пилотный сегмент eco / wellness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присоединиться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Направление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Вести Natural и работать с линейкой в этом контуре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Подход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Цифры и рамка в руках у продаж и завода — не презентация ради слайдов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Финал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Буду рад присоединиться к команде. Спасибо. 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