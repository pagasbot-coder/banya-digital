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3840480" cy="2926080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Manrope"/>
                <a:rFonts ascii="Manrope" hAnsi="Manrope" cs="Manrope" eastAsia="Manrope"/>
              </a:rPr>
              <a:t>Павел Биджиев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Golos Text"/>
                <a:rFonts ascii="Golos Text" hAnsi="Golos Text" cs="Golos Text" eastAsia="Golos Text"/>
              </a:rPr>
              <a:t>Продакт / бренд-логика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DDD6"/>
                </a:solidFill>
                <a:latin typeface="Golos Text"/>
                <a:rFonts ascii="Golos Text" hAnsi="Golos Text" cs="Golos Text" eastAsia="Golos Text"/>
              </a:rPr>
              <a:t>Физические товары · HoReCa amenities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828800"/>
            <a:ext cx="6309360" cy="3474720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Travel+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Своя натуральная линейка: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от рамки до пилота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Подготовка · АК-Сервис / Travel+ · Кириши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Образец презентации · не оферта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Как понял роль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Travel+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Поставка на номер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One-stop: косметика, тапочки, наборы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Контур производства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Своё производство и сборка; закупки и производство в Китае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Фокус роли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Товар от идеи до полки и маржи.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Роль здесь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Ассортимент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Новинки и позиция в доме брендов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Продукт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Доказательства до выхода на витрину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Связка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Технолог → продажи → экономика → поставка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Дыра на витрине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Рынок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Конкуренты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ЕТС Natural · MEZO · Natura Siberica (чужой премиум в каталоге)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Сила Travel+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Массовый и средний сегмент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Дыра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Своей Natural с документами нет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Ценовая лестка (не оферта)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Hotel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12–15 ₽ / 30 мл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ЕТС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18 ₽ / 25 мл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Natura Siberica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30–40 ₽ и выше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Место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Между Hotel Line и Natura Siberica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Дом линеек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Портфель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Hotel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Цена и базовый сегмент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Fleur / Aquatique / La Nuit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Дизайн и аромат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Натуральность и документы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Natura Siberica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Чужой премиум в каталоге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СТМ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Отдельный проект под логотип отеля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Как не мешать линейки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Fleur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Закрывает дизайн и аромат в номере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Закрывает запрос eco и пакет документов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Между собой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Не конкурируют — разные задачи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На объекте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Стандартные номера — Hotel Line или Fleur; wellness-этаж — Natural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Обещание + StoryBrand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Обещание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Суть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Мягкий уход с понятной натуральностью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Для кого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Отель, которому важен комфорт гостя и спокойная проверка документов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Состав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Согласованные границы + блок «простыми словами» на этикетке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Пакет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Документы Travel+, one-stop на номер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В номере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Ощущение после использования, не только надпись на флаконе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BrandScript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Герой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Закупщик eco / wellness: выглядеть «зеленее» без дыры в бюджете и в бумагах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Проводник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Travel+ Natural — своя линейка и один договор на номер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План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Сегмент → образец с документами → пилот на этаже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Гость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После дороги — мягче, чем ожидал; натуральность без громких обещаний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Готовность продукта перед рынком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Чеклист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Натуральность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Метод расчёта и доля ингредиентов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Документы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Пакет как у Hotel Line и Fleur + лист состава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Происхождение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Origin зафиксирован письменно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Тест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Слепой тест запаха и ощущения с гостями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Этикетка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Блок «простыми словами»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Экономика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Себестоимость и коридор цены на полке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Поставка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Срок, минимальный заказ, правила брака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Как читать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Правило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Каждый пункт обязателен; пока не закрыт — в продажи и на витрину не выходим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COSMOS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Знака нет — говорим честно, не обещаем сертификат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Питч закупщику (30 секунд)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11277295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11277295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26464"/>
            <a:ext cx="10582351" cy="3163824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Задача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Отель хочет выглядеть экологичнее — без риска для гостя и без пробелов в документах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Предложение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Travel+ Natural: пакет как у Hotel Line и Fleur (декларация, INCI, протоколы по запросу)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На номер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Состав с блоком «простыми словами», один договор на весь номер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Шаг 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Сегмент eco / wellness и объект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Шаг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Образец с этикеткой и документами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Шаг 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Пилот на этаже или в корпусе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590288"/>
            <a:ext cx="10582351" cy="438912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Отрицания (COSMOS, происхождение, цена Hotel Line) — только в блоке возражений.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Поле: возражения и риски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Возражения и ответы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COSMOS в тендере обязателен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Знака нет — Natural в КП не ставим. Hotel Line или отказ.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«Natural по цене Hotel Line»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Нет. Другая себестоимость и позиция на полке.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СТМ / логотип отеля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Отдельный проект. Не маскируем под Natural.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«Где произведено?»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Только зафиксированное происхождение. Без догадок.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Полевая дисциплина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Реестр рисков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Один лист в пульте — 14 пунктов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Сегмент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Не размываем: Natural не уходит в эконом-запрос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Цена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Не продаём Natural вместо Hotel Line по цене базовой линейки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Пилот: успех, провал, выход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Успех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Клиенты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Три пилотных объекта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Повтор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Заказ повторяют минимум два из трёх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Опрос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Мягкость и ощущение натуральности — не ниже 70%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Цена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Natural не ушёл в эконом Hotel Line</a:t>
            </a:r>
          </a:p>
          <a:p>
            <a:pPr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</a:pPr>
            <a:r>
              <a:rPr sz="12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Цифры сценария — учебный пример, не отчёт завода.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Провал и выход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Провал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Повтор у меньше двух из трёх — или метрики ниже 60%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Действие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Останавливаем масштабирование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Диагноз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Бренд-менеджер — в течение двух недель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Второй круг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Снова провал → закрываем линейку</a:t>
            </a:r>
          </a:p>
          <a:p>
            <a:pPr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</a:pPr>
            <a:r>
              <a:rPr sz="12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Пороги — для учебного сценария в пульте, не KPI завода.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Поставки и экономика (Китай)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Экономика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Прайс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Только после себестоимости на складе в Киришах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Hotel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Выше по цене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ЕТС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Рядом по цене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Natura Siberica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Ниже по цене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Стратегия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Не воюем копейкой с ЕТС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Выигрыш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Пакет документов и ощущение в номере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Поставка из Китая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Шаг 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Сравниваем заводы в цене FOB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Шаг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Логистику до Кириши — отдельной строкой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Шаг 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Полная цена = FOB + фрахт + таможня + довоз + запас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Срок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Дата «на складе», не «завод отгрузил»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Происхождение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Не зафиксировано — не называем «российское»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Что уже есть в пульте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Содержание v1.14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Этапы 0–2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Разведка, правила, границы продукта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Этапы 3–6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Сценарий «как вести дело»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Инструменты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StoryBrand, чеклист, реестр рисков, пилот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Портфель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Мостик Travel+: Hotel Line, Fleur, Natural, СТМ</a:t>
            </a:r>
          </a:p>
          <a:p>
            <a:pPr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</a:pPr>
            <a:r>
              <a:rPr sz="12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Образец для поля и собеседования. Не коммерческое предложение.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Справочники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Глоссарии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Бренд и ВЭД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Раздел 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Путь товара, Incoterms, RFQ, приёмка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Волна 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Markdown-реестры в папке brand-pult/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Синхрон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Презентация и скрипт с пультом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Версия 2.0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Когда технолог закроет цифры завода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Итог и следующий шаг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Собрал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ДНК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Обещание и границы линейки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StoryBrand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Скрипт для продаж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Чеклист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Готовность продукта перед рынком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Логистика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Раздел L — путь при поставке из Китая</a:t>
            </a:r>
          </a:p>
          <a:p>
            <a:pPr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</a:pPr>
            <a:r>
              <a:rPr sz="12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Не прайс завода. Не коммерческое предложение.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Готов обсудить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Блокеры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Приоритет этапа 2 с технологом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Сегмент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Пилот eco / wellness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Продажи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Как не увести Natural в эконом Hotel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Вопросы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Спасибо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