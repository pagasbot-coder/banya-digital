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Для отеля, которому важен комфорт гостя и спокойная проверка документов.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Доказательства: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Состав в согласованных границах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Пакет документов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Ощущение в номере после использования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Один поставщик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Блок «простыми словами» на этикетке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отеля с запросом eco / wellness: выглядеть «зеленее» без дыры в бюджете и в бумагах.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линейка, документы и one-stop на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Согласовать сегмент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пакетом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Гость после дороги: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Ощущение мягче, чем ожидал.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Понятная натуральность — без громких обещаний на этикетке.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Чеклист: без этого — не в продажи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Метод расчёта и доля натуральных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Пакет документов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Происхождение (origin) зафиксировано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Этикетка с блоком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Срок поставки,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 список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— обязательное условие.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Пока хотя бы один не закрыт — коммерческое предложение и выход на витрину стоп.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старте без знака COSMOS, если его нет — говорим честно.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3–6 в пульте — учебный сценарий,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отчёт завода и не основание для КП.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60273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 закупщика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 при проверке.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Что предлагаем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пакет документов как у Hotel Line и Fleur: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декларация или СГР, INCI, протоколы по запросу.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словами». Один договор на весь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468112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это коммерческое предложение не ставим. Предлагаем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другая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 и «скорее всего».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 в пульте (14 пунктов).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размываем: Natural не уходит в эконом-запрос.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вместо Hotel Line по цене базовой линейки.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Три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минимум у двух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— не ниже 70% в опросе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Повторный заказ меньше чем у двух из трёх — или метрики ниже 60%.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— в течение двух недель.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пилотный круг снова провален.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 и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утверждаем только после себестоимости на складе в Киришах.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по полке: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выше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рядом с 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 с ЕТС.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документов и ощущением в номере.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Логистику до Кириши считаем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дата «на складе»,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формулировка «завод отгрузил».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Происхождение не зафиксировано — не называем «российское».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пульта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0–2: 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3–6: учебный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 готовности, 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Правила пилота: успех, провал,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 (Hotel Line, Fleur, Natural, СТМ)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Статус: 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 и 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и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товара, Incoterms, RFQ, приёмка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Волна A: 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— синхрон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 — когда технолог закроет цифры завода.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