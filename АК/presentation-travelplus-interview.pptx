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Натуральность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Метод расчёта и доля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зафиксирован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Тест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Этикетка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Срок,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Правило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обязателен; пока не закрыт — в продажи и на витрину не выходим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говорим честно, не обещаем сертификат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163824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Предложение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Natural: пакет как у Hotel Line и Fleur (декларация, INCI, протоколы по запросу)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словами», один договор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590288"/>
            <a:ext cx="10582351" cy="438912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КП не ставим.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Один лист в пульте — 14 пунктов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размываем: Natural не уходит в эконом-запрос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продаём Natural вместо Hotel Line по цене базовой линейки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Клиенты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Три пилотных объекта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Повтор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Заказ повторяют минимум два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Мягкость и ощущение натуральности — не ниже 70%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 у меньше двух из трёх — или метрики ниже 60%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Действие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Диагноз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Бренд-менеджер — в течение двух недель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Второй круг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Снова провал 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Прайс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после себестоимости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Выше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Рядом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Ниже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Стратегия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воюем копейкой с ЕТС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Выигрыш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документов и ощущение в номере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Логистику до Кириши —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Дата «на складе», не «завод отгрузил»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зафиксировано — не называем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Себестоимость: простыми словами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склада (ориентировочно)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1. Цена завода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8 ₽ — у производителя до отправки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2. Доставка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 ₽ — море / самолёт, экспедитор, довоз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3. Таможня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 ₽ — пошлина, налог, брокер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4.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 ₽ — резерв на брак, пересорт и курс; не прибыль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5.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8 + 3 + 2 + 1 = 14 ₽ за флакон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 закупщика (ориентировочно)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Себестоимость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14 ₽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12–15 ₽ · ЕТС ~18 ₽ · Natura Siberica 30–40 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Наценка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~70% к себестоимости — маржа Travel+ в коридоре рынка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 закупщику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14 ₽ × 1,7 ≈ 24 ₽ — выше Hotel Line, рядом с ЕТС,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Проверка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Наценка не держится — меняю завод или не выхожу в прайс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Почему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Физический товар: своё производство, Китай, дыра Natural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Роль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 рамки линейки до пилота — продукт, цена, документы, 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Старт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Блокеры этапа 2 с технологом и пилотный сегмент eco / wellness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присоединиться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Направление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Вести Natural и работать с линейкой в этом контуре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Подход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Цифры и рамка в руках у продаж и завода — не презентация ради слайдов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Финал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Буду рад присоединиться к команде. Спасибо. 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