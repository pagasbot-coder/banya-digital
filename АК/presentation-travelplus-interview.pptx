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0–2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Инструменты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чеклист, реестр рисков, пилот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Travel+: Hotel Line, Fleur, Natural, СТМ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Глоссарии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 и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Раздел 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Путь товара, Incoterms, RFQ, приёмка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Волна 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Синхрон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Когда технолог закроет цифры завода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ДНК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Обещание и границы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StoryBrand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Скрипт для продаж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Готовность продукта перед рынком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 — путь при поставке из Китая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Блокеры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Приоритет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Как не увести Natural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Вопросы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