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663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65960"/>
            <a:ext cx="3840480" cy="2926080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400"/>
              </a:spcAft>
            </a:pPr>
            <a:r>
              <a:rPr sz="3000" b="1">
                <a:solidFill>
                  <a:srgbClr val="FFFFFF"/>
                </a:solidFill>
                <a:latin typeface="Manrope"/>
                <a:rFonts ascii="Manrope" hAnsi="Manrope" cs="Manrope" eastAsia="Manrope"/>
              </a:rPr>
              <a:t>Павел Биджиев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0">
                <a:solidFill>
                  <a:srgbClr val="FFFFFF"/>
                </a:solidFill>
                <a:latin typeface="Golos Text"/>
                <a:rFonts ascii="Golos Text" hAnsi="Golos Text" cs="Golos Text" eastAsia="Golos Text"/>
              </a:rPr>
              <a:t>Продакт / бренд-логика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C8DDD6"/>
                </a:solidFill>
                <a:latin typeface="Golos Text"/>
                <a:rFonts ascii="Golos Text" hAnsi="Golos Text" cs="Golos Text" eastAsia="Golos Text"/>
              </a:rPr>
              <a:t>Физические товары · HoReCa amenities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828800"/>
            <a:ext cx="6309360" cy="3474720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32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Travel+ Natural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Своя натуральная линейка: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800"/>
              </a:spcAft>
            </a:pPr>
            <a:r>
              <a:rPr sz="1900" b="0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от рамки до пилота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Подготовка · АК-Сервис / Travel+ · Кириши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Образец презентации · не оферта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Как понял роль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Travel+ Natural  ·  образец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2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Travel+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Производство и one-stop на номер: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Косметика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Тапочки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Наборы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Не IT-roadmap.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Товар от идеи до полки и маржи.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Роль здесь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Ассортимент и новинки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Позиция линейки в доме брендов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Продукт и доказательства до витрины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Связка: технолог → продажи → экономика → поставка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Дыра на витрине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Travel+ Natural  ·  образец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3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Рынок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Конкуренты: ЕТС Natural · MEZO · NS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(NS — чужой premium в каталоге)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Travel+ силён в масс и среднем.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Слабое место: своя Natural с документами.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Ориентир цен (не оферта)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Hotel Line ≈ 12–15 ₽ / 30 мл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ЕТС Natural ≈ 18 ₽ / 25 мл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Natura Siberica — выше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Ставка: между HL и NS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Натуральность · документы · один поставщик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Дом линеек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Travel+ Natural  ·  образец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4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Карта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Hotel Line → цена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Fleur / Aquatique / La Nuit → дизайн и аромат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Natural → натуральность + документы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Natura Siberica → чужой premium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СТМ (лого отеля) → отдельный проект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Мостик для продаж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Дизайн и аромат — Fleur.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Натуральность и документы — Natural.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Не конкурируют.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Могут жить на разных этажах одного объекта.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Обещание + StoryBrand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Travel+ Natural  ·  образец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5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Обещание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Мягкий уход с понятной натуральностью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для отеля, которому важны и гость, и документы.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Доказательства: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Состав в границах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Пакет документов Travel+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Ощущение в номере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Один поставщик на номер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Блок «простыми словами» на этикетке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BrandScript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Герой: закупщик eco / wellness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Проводник: Travel+ Natural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План: сегмент → образец + документы → пилот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Гость после дороги: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Мягче, чем ждал.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Понятная натуральность без громких обещаний.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Границы до рынка — DoD этапа 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Travel+ Natural  ·  образец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6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Пока красное — витрину не открываем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□ Метод и % натуральности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□ Пакет как у HL / Fleur + лист Natural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□ Origin зафиксирован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□ Слепой тест запаха с гостями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□ Этикетка «простыми словами»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□ Себестоимость и коридор цены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□ Срок поставки / мин. заказ / брак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Правила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На старте без COSMOS, если знака нет — честно.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Без DoD — не КП и не live GTM.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Этапы 3–6 — учебный сценарий,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не факт завода.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Питч закупщику (30 секунд)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Travel+ Natural  ·  образец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7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11277295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11277295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426464"/>
            <a:ext cx="10582351" cy="346557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«Вам нужно выглядеть зеленее — и спокойно пройти и гостя, и документы.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Travel+ Natural: пакет документов как у Hotel Line и Fleur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(декларация / СГР, INCI, протоколы по запросу),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прозрачный состав с блоком «простыми словами», один договор на номер.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Три шага: eco / wellness → образец → пилот.»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5367528"/>
            <a:ext cx="10582351" cy="502920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Отрицания (COSMOS, origin, цена Hotel Line) — только в возражениях.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Поле: возражения и риски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Travel+ Natural  ·  образец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8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Возражения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COSMOS обязателен → Natural в это КП не ставим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«Natural по цене Hotel Line» → нет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СТМ / лого отеля → отдельный проект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«Где произведено?» → только зафиксированный origin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Полевая дисциплина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Реестр рисков — один лист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(14 пунктов в пульте)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Сегмент не размываем.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Не продаём Natural в эконом Hotel Line.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Пилот: успех, провал, выход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Travel+ Natural  ·  образец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9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Успех (учебный порог)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3 пилотных клиента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Повторный заказ у ≥ 2 из 3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Мягкость и ощущение натуральности ≥ 70%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• Natural не ушёл в эконом Hotel Line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Цифры сценария — учебный пример,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не отчёт завода.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Провал и выход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Повтор &lt; 2 из 3 или метрики &lt; 60%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→ Останавливаем масштаб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Диагноз бренд-менеджера за 2 недели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Второй круг снова провален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→ Закрываем линейку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Поставки и экономика (Китай)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Travel+ Natural  ·  образец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10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Экономика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Прайс — после себестоимости на складе.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Ориентир: выше Hotel Line · рядом с ЕТС · ниже NS.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Не воюем копейкой.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Выигрываем пакетом и ощущением.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Если Китай или гибрид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Сравниваем заводы в FOB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Логистику до Кириши считаем отдельно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Полная цена = FOB + фрахт + таможня + довоз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Срок пилота — «на складе»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Origin не ясен → не говорим «российское»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Что уже есть в пульте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Travel+ Natural  ·  образец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11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Содержание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Этапы 0–2 — разведка и правила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Этапы 3–6 — сценарий «как вести дело»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StoryBrand · DoD · риски · возврат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Мостик портфеля Travel+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Справочники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Глоссарий бренда + глоссарий ВЭД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Раздел L: путь · Incoterms · RFQ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Статус: рамка для поля и собеседования.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v2.0 — когда технолог даст цифры.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Итог и следующий шаг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Travel+ Natural  ·  образец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12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Собрал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ДНК + StoryBrand + DoD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Полевая защита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Чеклист поставок при Китае (раздел L)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Не прайс завода. Не КП.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Готов обсудить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1) Приоритет блокеров этапа 2 с технологом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2) Пилотный сегмент eco / wellness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3) Как вести продажи, чтобы Natural не ушёл в эконом Hotel Line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Спасибо. Вопросы.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